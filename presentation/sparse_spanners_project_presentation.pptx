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Stretch bound 2k+1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Sparsity exponent 1+1/k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1.5</c:v>
                </c:pt>
                <c:pt idx="2">
                  <c:v>1.333</c:v>
                </c:pt>
                <c:pt idx="3">
                  <c:v>1.25</c:v>
                </c:pt>
                <c:pt idx="4">
                  <c:v>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ratio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  <c:pt idx="4">
                    <c:v>k=5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0.58</c:v>
                </c:pt>
                <c:pt idx="2">
                  <c:v>0.4</c:v>
                </c:pt>
                <c:pt idx="3">
                  <c:v>0.31</c:v>
                </c:pt>
                <c:pt idx="4">
                  <c:v>0.26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Lightness</c:v>
                </c:pt>
              </c:strCache>
            </c:strRef>
          </c:tx>
          <c:spPr>
            <a:solidFill>
              <a:srgbClr val="4F81BD"/>
            </a:solidFill>
            <a:ln w="3175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  <c:pt idx="4">
                    <c:v>k=5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2.8</c:v>
                </c:pt>
                <c:pt idx="1">
                  <c:v>2.1</c:v>
                </c:pt>
                <c:pt idx="2">
                  <c:v>1.75</c:v>
                </c:pt>
                <c:pt idx="3">
                  <c:v>1.55</c:v>
                </c:pt>
                <c:pt idx="4">
                  <c:v>1.45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Theoretical stretch bound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  <c:pt idx="4">
                    <c:v>k=5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 max stretch</c:v>
                </c:pt>
              </c:strCache>
            </c:strRef>
          </c:tx>
          <c:spPr>
            <a:solidFill>
              <a:srgbClr val="4F81BD"/>
            </a:solidFill>
            <a:ln w="3175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  <c:pt idx="4">
                    <c:v>k=5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1.8</c:v>
                </c:pt>
                <c:pt idx="2">
                  <c:v>2.4</c:v>
                </c:pt>
                <c:pt idx="3">
                  <c:v>2.8</c:v>
                </c:pt>
                <c:pt idx="4">
                  <c:v>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talk by framing the project: implement an algorithm from the selected paper, run experiments, and explain the observed distortion-sparsity tradeoff.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the implementation directly to the syllabus: paper, algorithm, experiments, and final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central tradeoff: fewer edges and lower total weight versus larger path distances.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theoretical basis for the experiments: increasing k allows more stretch, so the spanner should become sparser.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algorithm is deterministic and easy to test: every skipped edge is skipped only after an explicit shortest-path check in the partial spanner.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repository is structured to allow rerunning experiments instead of manually editing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concise in the oral presentation: this is the testing layer that makes the experiments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why multiple graph families are necessary: the greedy algorithm behaves differently on dense, planar, random, and adversarial structures.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about interpretation. In the final talk, use the actual generated plots from results/plots if you want exact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rejected heavy edge and show the short path that replaces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project back to the course: both combinatorial tradeoffs and algorithmic implementation were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3" name="Image 0" descr="/mnt/data/spanner_assets/sp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04218"/>
            <a:ext cx="5166360" cy="4100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170432"/>
            <a:ext cx="55778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Sparse Spanners of Weighted Graphs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13232" y="2487168"/>
            <a:ext cx="5257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</a:rPr>
              <a:t>Implementation and experimental evaluation of the greedy weighted spanner algorithm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3232" y="3246120"/>
            <a:ext cx="3291840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Mini-Project on Embeddings of Graphs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" y="6126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Alon Ganot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Course requirement: read a paper, implement an algorithm, and evaluate it experimentally.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spanner_assets/syllabus_p1-1.png">    </p:cNvPr>
          <p:cNvPicPr>
            <a:picLocks noChangeAspect="1"/>
          </p:cNvPicPr>
          <p:nvPr/>
        </p:nvPicPr>
        <p:blipFill>
          <a:blip r:embed="rId1"/>
          <a:srcRect l="5000" r="8045" t="7000" b="11000"/>
          <a:stretch/>
        </p:blipFill>
        <p:spPr>
          <a:xfrm>
            <a:off x="658368" y="1417320"/>
            <a:ext cx="32918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1960" y="1444752"/>
            <a:ext cx="69494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The project focuses on low-distortion graph representations: keep few edges, but preserve pairwise distances approximately.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370832" y="2606040"/>
            <a:ext cx="65379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0F172A"/>
                </a:solidFill>
              </a:rPr>
              <a:t>Input: a connected, undirected, positively weighted graph G = (V, E).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0F172A"/>
                </a:solidFill>
              </a:rPr>
              <a:t>Output: a subgraph H = (V, E_H) that is much sparser than G.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0F172A"/>
                </a:solidFill>
              </a:rPr>
              <a:t>Guarantee: distances in H are at most a bounded factor longer than in G.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0F172A"/>
                </a:solidFill>
              </a:rPr>
              <a:t>Evaluation: compare edge count, total weight, stretch, and runtime across graph families.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4526280" y="54864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26280" y="59984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course final project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63640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progress evaluation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5486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85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talk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21040" y="59984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final meeting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t-spanner?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object being built: a sparse subgraph that preserves distances up to multiplicative stretch.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spanner_assets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6715"/>
            <a:ext cx="4480560" cy="3556553"/>
          </a:xfrm>
          <a:prstGeom prst="rect">
            <a:avLst/>
          </a:prstGeom>
        </p:spPr>
      </p:pic>
      <p:pic>
        <p:nvPicPr>
          <p:cNvPr id="6" name="Image 1" descr="/mnt/data/spanner_assets/sp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1586715"/>
            <a:ext cx="4480560" cy="35565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257800" y="3383280"/>
            <a:ext cx="15270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1554480" y="5285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Original graph 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92440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Sparse spanner H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096512" y="57241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dist_H(u,v) ≤ t · dist_G(u,v)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used in the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Althöfer et al. give a simple polynomial-time greedy construction for weighted graphs.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spanner_assets/althofer_p1-01.png">    </p:cNvPr>
          <p:cNvPicPr>
            <a:picLocks noChangeAspect="1"/>
          </p:cNvPicPr>
          <p:nvPr/>
        </p:nvPicPr>
        <p:blipFill>
          <a:blip r:embed="rId1"/>
          <a:srcRect l="8000" r="11198" t="3000" b="11000"/>
          <a:stretch/>
        </p:blipFill>
        <p:spPr>
          <a:xfrm>
            <a:off x="640080" y="1325880"/>
            <a:ext cx="288036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77640" y="14264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Key result implemented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3986784" y="1956816"/>
            <a:ext cx="68580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For any weighted graph and parameter k, the greedy algorithm constructs a sparse spanner with stretch bounded by 2k + 1.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224528" y="2999232"/>
          <a:ext cx="29260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7726680" y="2999232"/>
          <a:ext cx="29260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4663440" y="5166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stretch increases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183880" y="5166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edge bound improves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weighted spanner algorithm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Same idea as Kruskal: process edges from light to heavy, but keep an edge only when current paths are too long.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82880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C98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Sort edges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by weight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1874520"/>
            <a:ext cx="182880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Scan edge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 = (u,v)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57800" y="1874520"/>
            <a:ext cx="192024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Run Dijkstra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 current 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0" y="1874520"/>
            <a:ext cx="187452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If dist_H(u,v)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&gt; r · w(e)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74352" y="1874520"/>
            <a:ext cx="1600200" cy="914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Add edge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to 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24912" y="2331720"/>
            <a:ext cx="29260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28616" y="2331720"/>
            <a:ext cx="28346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2331720"/>
            <a:ext cx="228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00032" y="2331720"/>
            <a:ext cx="219456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80060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r = 2k + 1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31720" y="4389120"/>
            <a:ext cx="7635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Rejected edges already have a short replacement path. Added edges are exactly the ones needed to maintain the stretch guarantee.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5504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Implementation detail: Dijkstra is valid because the project uses positive edge weights.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project separates the algorithm, experiment runner, plotting, and reproducibility outputs.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spanner_asse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97853"/>
            <a:ext cx="10561320" cy="1001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Core implementation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858768"/>
            <a:ext cx="49377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GreedyWeightedSpanner.java implements the sorted-edge greedy test.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Dijkstra is reused for shortest-path checks and stretch validation.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Tie-safe MST containment is checked because equal weights can create multiple valid MSTs.</a:t>
            </a:r>
            <a:endParaRPr lang="en-US" sz="1380" dirty="0"/>
          </a:p>
        </p:txBody>
      </p:sp>
      <p:sp>
        <p:nvSpPr>
          <p:cNvPr id="8" name="Text 5"/>
          <p:cNvSpPr/>
          <p:nvPr/>
        </p:nvSpPr>
        <p:spPr>
          <a:xfrm>
            <a:off x="6400800" y="3429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Experiment pipeline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19088" y="3858768"/>
            <a:ext cx="48006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ExperimentRunner generates graph families and k values.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CSV stores edge count, lightness, max stretch, violations, and runtime.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DOT and PNG outputs show original graph, spanner edges, MST edges, and weights.</a:t>
            </a:r>
            <a:endParaRPr lang="en-US" sz="1380" dirty="0"/>
          </a:p>
        </p:txBody>
      </p:sp>
      <p:sp>
        <p:nvSpPr>
          <p:cNvPr id="10" name="Text 7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 checks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implementation verifies the properties that matter for a weighted spanner.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3520440" cy="11430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Stretch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max dist_H / dist_G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99432" y="1572768"/>
            <a:ext cx="3520440" cy="11430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violations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for all tested pairs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21624" y="1572768"/>
            <a:ext cx="3520440" cy="1143000"/>
          </a:xfrm>
          <a:prstGeom prst="rect">
            <a:avLst/>
          </a:prstGeom>
          <a:solidFill>
            <a:srgbClr val="FEF3C7"/>
          </a:solidFill>
          <a:ln w="19050">
            <a:solidFill>
              <a:srgbClr val="C98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MST containment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tie-safe 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55848"/>
            <a:ext cx="3520440" cy="11430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Positive weights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Dijkstra assumption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3355848"/>
            <a:ext cx="3520440" cy="1143000"/>
          </a:xfrm>
          <a:prstGeom prst="rect">
            <a:avLst/>
          </a:prstGeom>
          <a:solidFill>
            <a:srgbClr val="E0F2FE"/>
          </a:solidFill>
          <a:ln w="1905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Lightness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weight(H) / weight(MST)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21624" y="3355848"/>
            <a:ext cx="3520440" cy="114300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Sparsity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|E_H| / |E|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486400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 run is considered valid only when stretch violations are zero and all numerical metrics are consistent with the generated spanner.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experiments vary graph structure and k to test the stretch-sparsity tradeoff.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447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Graph families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74904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Dense weighted graphs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Random sparse/dense graphs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Planar grid graphs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Cycle threshold examples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Theta-style lower-bound examples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Equal-weight complete graphs</a:t>
            </a:r>
            <a:endParaRPr lang="en-US" sz="1520" dirty="0"/>
          </a:p>
        </p:txBody>
      </p:sp>
      <p:pic>
        <p:nvPicPr>
          <p:cNvPr id="7" name="Image 0" descr="/mnt/data/spanner_asset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00784"/>
            <a:ext cx="310896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4447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Parameters and metrics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56448" y="1874520"/>
            <a:ext cx="32918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k = 1, 2, 3, 4, 5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edge_ratio = |E_H| / |E|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lightness = weight(H) / weight(MST)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max_stretch and violations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0F172A"/>
                </a:solidFill>
              </a:rPr>
              <a:t>runtime_ms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1225296" y="5376672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The full run covers about 48 scenarios × 5 k-values, producing roughly 240 CSV rows plus rendered visual examples.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expected pattern is not one number; it is the tradeoff curve as k changes.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49808" y="1481328"/>
          <a:ext cx="4892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04672" y="4919472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64748B"/>
                </a:solidFill>
              </a:rPr>
              <a:t>Illustrative trend: larger k allows more rejected edges, so the spanner becomes sparser and usually lighter.</a:t>
            </a:r>
            <a:endParaRPr lang="en-US" sz="142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528816" y="1481328"/>
          <a:ext cx="4892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537960" y="4919472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64748B"/>
                </a:solidFill>
              </a:rPr>
              <a:t>The observed stretch should stay below the bound. Violations must be zero; otherwise the implementation or measurement is wrong.</a:t>
            </a:r>
            <a:endParaRPr lang="en-US" sz="1420" dirty="0"/>
          </a:p>
        </p:txBody>
      </p:sp>
      <p:sp>
        <p:nvSpPr>
          <p:cNvPr id="9" name="Text 5"/>
          <p:cNvSpPr/>
          <p:nvPr/>
        </p:nvSpPr>
        <p:spPr>
          <a:xfrm>
            <a:off x="2560320" y="59070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i="1" dirty="0">
                <a:solidFill>
                  <a:srgbClr val="94A3B8"/>
                </a:solidFill>
              </a:rPr>
              <a:t>Exact empirical values should come from the generated results.csv and plots.</a:t>
            </a:r>
            <a:endParaRPr lang="en-US" sz="1180" dirty="0"/>
          </a:p>
        </p:txBody>
      </p:sp>
      <p:sp>
        <p:nvSpPr>
          <p:cNvPr id="10" name="Text 6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examples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visual outputs make the algorithm’s choices easy to inspect.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spanner_assets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14720"/>
            <a:ext cx="3383280" cy="2685561"/>
          </a:xfrm>
          <a:prstGeom prst="rect">
            <a:avLst/>
          </a:prstGeom>
        </p:spPr>
      </p:pic>
      <p:pic>
        <p:nvPicPr>
          <p:cNvPr id="6" name="Image 1" descr="/mnt/data/spanner_assets/sp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514720"/>
            <a:ext cx="3383280" cy="2685561"/>
          </a:xfrm>
          <a:prstGeom prst="rect">
            <a:avLst/>
          </a:prstGeom>
        </p:spPr>
      </p:pic>
      <p:pic>
        <p:nvPicPr>
          <p:cNvPr id="7" name="Image 2" descr="/mnt/data/spanner_asset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588770"/>
            <a:ext cx="3383280" cy="25374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5262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Original weighted graph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370832" y="452628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Spanner with highlighted kept edges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366760" y="452628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Planar/grid scenario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07008" y="5230368"/>
            <a:ext cx="9875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Blue/red edges indicate selected spanner/MST membership in the project visuals.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Edge weights are shown so a rejected edge can be checked against its replacement path.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These examples are useful for debugging and for explaining the algorithm during the presentation.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What the project demonstrates.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17320"/>
            <a:ext cx="10149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Sparse spanners give a controlled way to trade exact distances for much smaller graphs.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154680" cy="11887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Algorithm implemented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weighted greedy spanner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2743200"/>
            <a:ext cx="3154680" cy="11887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Experiments built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multiple graph families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83880" y="2743200"/>
            <a:ext cx="3154680" cy="1188720"/>
          </a:xfrm>
          <a:prstGeom prst="rect">
            <a:avLst/>
          </a:prstGeom>
          <a:solidFill>
            <a:srgbClr val="FEF3C7"/>
          </a:solidFill>
          <a:ln w="19050">
            <a:solidFill>
              <a:srgbClr val="C98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Validation included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stretch, lightness, MST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5074920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Main takeaway: as k grows, the permitted stretch grows, and the algorithm can reject more edges while preserving bounded pairwise distances.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Primary material used for the presentation.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0149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1. I. Althöfer, G. Das, D. Dobkin, D. Joseph, and J. Soares. “On Sparse Spanners of Weighted Graphs.” Discrete &amp; Computational Geometry, 9, 81–100, 1993.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2. Ben-Gurion University course syllabus: Mini-Project on Embeddings of Graphs, 202-1-4071.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3. Project implementation notes: Java greedy weighted spanner, experiment runner, CSV metrics, plotting scripts, and DOT visual examples.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Backup talking 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4956048"/>
            <a:ext cx="9692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Why shortest paths are computed repeatedly: every edge decision depends on the current partial spanner.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Why the result is not necessarily minimum: finding the sparsest t-spanner is hard; greedy gives a constructive guarantee.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</a:rPr>
              <a:t>Why MST appears in the metrics: it is the baseline for total weight and lightness.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Ben-Gurion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Sparse Spanners of Weighted Graphs</dc:title>
  <dc:subject>Mini-project presentation: Sparse spanners of weighted graphs</dc:subject>
  <dc:creator>OpenAI</dc:creator>
  <cp:lastModifiedBy>OpenAI</cp:lastModifiedBy>
  <cp:revision>1</cp:revision>
  <dcterms:created xsi:type="dcterms:W3CDTF">2026-06-02T08:07:41Z</dcterms:created>
  <dcterms:modified xsi:type="dcterms:W3CDTF">2026-06-02T08:07:41Z</dcterms:modified>
</cp:coreProperties>
</file>